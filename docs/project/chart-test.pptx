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544664"/>
          <c:y val="0.0622143"/>
          <c:w val="0.940534"/>
          <c:h val="0.8363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3400" u="none">
                    <a:solidFill>
                      <a:srgbClr val="FFFFFF"/>
                    </a:solidFill>
                    <a:latin typeface="Helvetica Neue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Sheet1!$B$1:$C$1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Sheet1!$B$2:$C$2</c:f>
              <c:numCache>
                <c:ptCount val="2"/>
                <c:pt idx="0">
                  <c:v>10.000000</c:v>
                </c:pt>
                <c:pt idx="1">
                  <c:v>20.000000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chemeClr val="accent3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3400" u="none">
                    <a:solidFill>
                      <a:srgbClr val="FFFFFF"/>
                    </a:solidFill>
                    <a:latin typeface="Helvetica Neue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Sheet1!$B$1:$C$1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Sheet1!$B$3:$C$3</c:f>
              <c:numCache>
                <c:ptCount val="2"/>
                <c:pt idx="0">
                  <c:v>30.000000</c:v>
                </c:pt>
                <c:pt idx="1">
                  <c:v>40.000000</c:v>
                </c:pt>
              </c:numCache>
            </c:numRef>
          </c:val>
        </c:ser>
        <c:gapWidth val="40"/>
        <c:overlap val="-1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200" u="none">
                <a:solidFill>
                  <a:srgbClr val="000000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200" u="none">
                <a:solidFill>
                  <a:srgbClr val="000000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10"/>
        <c:minorUnit val="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/>
          <p:nvPr>
            <p:ph type="pic" idx="21"/>
          </p:nvPr>
        </p:nvSpPr>
        <p:spPr>
          <a:xfrm>
            <a:off x="1625600" y="374650"/>
            <a:ext cx="9753600" cy="6502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/>
          <p:nvPr>
            <p:ph type="pic" idx="21"/>
          </p:nvPr>
        </p:nvSpPr>
        <p:spPr>
          <a:xfrm>
            <a:off x="6375400" y="635000"/>
            <a:ext cx="8216900" cy="8216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/>
          <p:nvPr>
            <p:ph type="pic" idx="21"/>
          </p:nvPr>
        </p:nvSpPr>
        <p:spPr>
          <a:xfrm>
            <a:off x="3810000" y="2590800"/>
            <a:ext cx="942975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5" name="Body Level One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andy path between two hills leading to the ocean"/>
          <p:cNvSpPr/>
          <p:nvPr>
            <p:ph type="pic" sz="quarter" idx="21"/>
          </p:nvPr>
        </p:nvSpPr>
        <p:spPr>
          <a:xfrm>
            <a:off x="6556375" y="5092700"/>
            <a:ext cx="565785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2" name="Heron flying low over a beach with a short fence in the foreground"/>
          <p:cNvSpPr/>
          <p:nvPr>
            <p:ph type="pic" sz="half" idx="22"/>
          </p:nvPr>
        </p:nvSpPr>
        <p:spPr>
          <a:xfrm>
            <a:off x="6718300" y="749300"/>
            <a:ext cx="5334000" cy="5334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View of beach and sea from a grassy sand dune"/>
          <p:cNvSpPr/>
          <p:nvPr>
            <p:ph type="pic" idx="23"/>
          </p:nvPr>
        </p:nvSpPr>
        <p:spPr>
          <a:xfrm>
            <a:off x="-2832100" y="889000"/>
            <a:ext cx="119634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/>
          <p:nvPr>
            <p:ph type="body" sz="quarter" idx="21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112" name="“Type a quote here.”"/>
          <p:cNvSpPr txBox="1"/>
          <p:nvPr>
            <p:ph type="body" sz="quarter" idx="22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1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View of beach and sea from a grassy sand dune"/>
          <p:cNvSpPr/>
          <p:nvPr>
            <p:ph type="pic" idx="21"/>
          </p:nvPr>
        </p:nvSpPr>
        <p:spPr>
          <a:xfrm>
            <a:off x="-1308100" y="-50800"/>
            <a:ext cx="14782800" cy="9855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Double-click to edit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8" name="Double-click to edi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" name="2D Column Chart"/>
          <p:cNvGraphicFramePr/>
          <p:nvPr/>
        </p:nvGraphicFramePr>
        <p:xfrm>
          <a:off x="968007" y="1569923"/>
          <a:ext cx="10207993" cy="538585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4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4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